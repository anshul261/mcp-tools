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 focusing on AI's transformative impact on healthcare. Emphasize innovation and benefits to patients and 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various AI applications; provide concise bullet points for clarity.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tangible benefits with a professional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challenges openly for balanced perspective.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Illustrate real-world impacts with case examples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future trends to inspire confidence and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audience interaction and close presentation professionally.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62040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in Healthcare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Revolutionizing patient diagnosis and treatment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Enhancing healthcare delivery and management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Driving innovation in medical research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097280"/>
          </a:xfrm>
          <a:prstGeom prst="rect">
            <a:avLst/>
          </a:prstGeom>
          <a:solidFill>
            <a:srgbClr val="1F4E79"/>
          </a:solidFill>
          <a:ln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Applications of AI in Healthcare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868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imaging and diagnostics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Personalized treatment plans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Drug discovery and development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Virtual health assistants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097280"/>
          </a:xfrm>
          <a:prstGeom prst="rect">
            <a:avLst/>
          </a:prstGeom>
          <a:solidFill>
            <a:srgbClr val="1F4E79"/>
          </a:solidFill>
          <a:ln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AI Integration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868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F3A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Improved accuracy in diagnostics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F3A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human error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F3A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workflow and efficiency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F3A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Enhanced patient engagement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097280"/>
          </a:xfrm>
          <a:prstGeom prst="rect">
            <a:avLst/>
          </a:prstGeom>
          <a:solidFill>
            <a:srgbClr val="1F4E79"/>
          </a:solidFill>
          <a:ln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Ethical Considerations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868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privacy and security concerns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Bias in AI algorithms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compliance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for human oversight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097280"/>
          </a:xfrm>
          <a:prstGeom prst="rect">
            <a:avLst/>
          </a:prstGeom>
          <a:solidFill>
            <a:srgbClr val="1F4E79"/>
          </a:solidFill>
          <a:ln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Studies: AI Success Stories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868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AI-enabled cancer diagnostics improving detection rates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analytics for patient readmission risk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Robotic surgery advancements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766560"/>
            <a:ext cx="9144000" cy="137160"/>
          </a:xfrm>
          <a:prstGeom prst="rect">
            <a:avLst/>
          </a:prstGeom>
          <a:solidFill>
            <a:srgbClr val="F3A612"/>
          </a:solidFill>
          <a:ln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097280"/>
          </a:xfrm>
          <a:prstGeom prst="rect">
            <a:avLst/>
          </a:prstGeom>
          <a:solidFill>
            <a:srgbClr val="1F4E79"/>
          </a:solidFill>
          <a:ln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8686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Growing AI adoption in telemedicine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with wearable health tech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Expansion of AI-driven personalized medicine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62040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Thank you for your attention</a:t>
            </a:r>
            <a:endParaRPr lang="en-US" sz="1800" dirty="0"/>
          </a:p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welcome your questions and feedback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2025-10-27T07:20:31Z</dcterms:created>
  <dcterms:modified xsi:type="dcterms:W3CDTF">2025-10-27T07:20:31Z</dcterms:modified>
</cp:coreProperties>
</file>